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document/d/1LNCwkA5P7zoj5cIjRRMUv8QQCArQtjhu8w141PtaV2k/edit#heading=h.n3swa04hfko9" TargetMode="External"/><Relationship Id="rId4" Type="http://schemas.openxmlformats.org/officeDocument/2006/relationships/hyperlink" Target="https://docs.google.com/document/d/1LNCwkA5P7zoj5cIjRRMUv8QQCArQtjhu8w141PtaV2k/edit#heading=h.n3swa04hfko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>
            <a:hlinkClick r:id="rId3"/>
          </p:cNvPr>
          <p:cNvSpPr txBox="1"/>
          <p:nvPr/>
        </p:nvSpPr>
        <p:spPr>
          <a:xfrm>
            <a:off x="115650" y="70975"/>
            <a:ext cx="2306400" cy="2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900" u="sng">
                <a:solidFill>
                  <a:schemeClr val="hlink"/>
                </a:solidFill>
                <a:hlinkClick r:id="rId4"/>
              </a:rPr>
              <a:t>運行関係業務</a:t>
            </a:r>
            <a:endParaRPr b="1" sz="900"/>
          </a:p>
        </p:txBody>
      </p:sp>
      <p:sp>
        <p:nvSpPr>
          <p:cNvPr id="55" name="Google Shape;55;p13"/>
          <p:cNvSpPr/>
          <p:nvPr/>
        </p:nvSpPr>
        <p:spPr>
          <a:xfrm>
            <a:off x="1262300" y="3204550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受注</a:t>
            </a:r>
            <a:endParaRPr b="1" sz="600"/>
          </a:p>
        </p:txBody>
      </p:sp>
      <p:sp>
        <p:nvSpPr>
          <p:cNvPr id="56" name="Google Shape;56;p13"/>
          <p:cNvSpPr/>
          <p:nvPr/>
        </p:nvSpPr>
        <p:spPr>
          <a:xfrm>
            <a:off x="115650" y="898800"/>
            <a:ext cx="1002900" cy="69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配車担当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（横浜）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933475" y="898800"/>
            <a:ext cx="1038000" cy="693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配車組み</a:t>
            </a:r>
            <a:endParaRPr b="1" sz="600"/>
          </a:p>
        </p:txBody>
      </p:sp>
      <p:sp>
        <p:nvSpPr>
          <p:cNvPr id="58" name="Google Shape;58;p13"/>
          <p:cNvSpPr/>
          <p:nvPr/>
        </p:nvSpPr>
        <p:spPr>
          <a:xfrm>
            <a:off x="115650" y="2051675"/>
            <a:ext cx="1002900" cy="69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運行・車両</a:t>
            </a:r>
            <a:r>
              <a:rPr lang="ja" sz="700">
                <a:solidFill>
                  <a:srgbClr val="FFFFFF"/>
                </a:solidFill>
              </a:rPr>
              <a:t>担当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（さいたま）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115650" y="3204550"/>
            <a:ext cx="1002900" cy="69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営業</a:t>
            </a:r>
            <a:r>
              <a:rPr lang="ja" sz="700">
                <a:solidFill>
                  <a:srgbClr val="FFFFFF"/>
                </a:solidFill>
              </a:rPr>
              <a:t>担当</a:t>
            </a:r>
            <a:endParaRPr sz="7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（</a:t>
            </a:r>
            <a:r>
              <a:rPr lang="ja" sz="700">
                <a:solidFill>
                  <a:srgbClr val="FFFFFF"/>
                </a:solidFill>
              </a:rPr>
              <a:t>東京</a:t>
            </a:r>
            <a:r>
              <a:rPr lang="ja" sz="700">
                <a:solidFill>
                  <a:srgbClr val="FFFFFF"/>
                </a:solidFill>
              </a:rPr>
              <a:t>）</a:t>
            </a:r>
            <a:endParaRPr sz="700">
              <a:solidFill>
                <a:srgbClr val="FFFFFF"/>
              </a:solidFill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5495250" y="4357425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出発</a:t>
            </a:r>
            <a:endParaRPr b="1" sz="600"/>
          </a:p>
        </p:txBody>
      </p:sp>
      <p:sp>
        <p:nvSpPr>
          <p:cNvPr id="61" name="Google Shape;61;p13"/>
          <p:cNvSpPr/>
          <p:nvPr/>
        </p:nvSpPr>
        <p:spPr>
          <a:xfrm>
            <a:off x="7163700" y="4357425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帰着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入庫後点呼</a:t>
            </a:r>
            <a:endParaRPr b="1" sz="600"/>
          </a:p>
        </p:txBody>
      </p:sp>
      <p:sp>
        <p:nvSpPr>
          <p:cNvPr id="62" name="Google Shape;62;p13"/>
          <p:cNvSpPr/>
          <p:nvPr/>
        </p:nvSpPr>
        <p:spPr>
          <a:xfrm>
            <a:off x="7163700" y="2051675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日報締め</a:t>
            </a:r>
            <a:endParaRPr b="1" sz="600"/>
          </a:p>
        </p:txBody>
      </p:sp>
      <p:sp>
        <p:nvSpPr>
          <p:cNvPr id="63" name="Google Shape;63;p13"/>
          <p:cNvSpPr/>
          <p:nvPr/>
        </p:nvSpPr>
        <p:spPr>
          <a:xfrm>
            <a:off x="8172300" y="2051675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乗車券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引受書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/業務終了</a:t>
            </a:r>
            <a:endParaRPr b="1" sz="600"/>
          </a:p>
        </p:txBody>
      </p:sp>
      <p:sp>
        <p:nvSpPr>
          <p:cNvPr id="64" name="Google Shape;64;p13"/>
          <p:cNvSpPr/>
          <p:nvPr/>
        </p:nvSpPr>
        <p:spPr>
          <a:xfrm>
            <a:off x="3971400" y="2051675"/>
            <a:ext cx="1038000" cy="693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乗務員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翌日業務連絡</a:t>
            </a:r>
            <a:endParaRPr b="1" sz="600"/>
          </a:p>
        </p:txBody>
      </p:sp>
      <p:sp>
        <p:nvSpPr>
          <p:cNvPr id="65" name="Google Shape;65;p13"/>
          <p:cNvSpPr/>
          <p:nvPr/>
        </p:nvSpPr>
        <p:spPr>
          <a:xfrm>
            <a:off x="3971400" y="3204550"/>
            <a:ext cx="1038000" cy="693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エージェント前日確認</a:t>
            </a:r>
            <a:endParaRPr b="1" sz="600"/>
          </a:p>
        </p:txBody>
      </p:sp>
      <p:sp>
        <p:nvSpPr>
          <p:cNvPr id="66" name="Google Shape;66;p13"/>
          <p:cNvSpPr/>
          <p:nvPr/>
        </p:nvSpPr>
        <p:spPr>
          <a:xfrm>
            <a:off x="5325750" y="2051675"/>
            <a:ext cx="1038000" cy="693600"/>
          </a:xfrm>
          <a:prstGeom prst="diamond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出発前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点呼</a:t>
            </a:r>
            <a:endParaRPr b="1" sz="600"/>
          </a:p>
        </p:txBody>
      </p:sp>
      <p:cxnSp>
        <p:nvCxnSpPr>
          <p:cNvPr id="67" name="Google Shape;67;p13"/>
          <p:cNvCxnSpPr>
            <a:endCxn id="57" idx="1"/>
          </p:cNvCxnSpPr>
          <p:nvPr/>
        </p:nvCxnSpPr>
        <p:spPr>
          <a:xfrm rot="-5400000">
            <a:off x="793175" y="2064300"/>
            <a:ext cx="1959000" cy="321600"/>
          </a:xfrm>
          <a:prstGeom prst="bentConnector2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" name="Google Shape;68;p13"/>
          <p:cNvCxnSpPr>
            <a:stCxn id="57" idx="2"/>
            <a:endCxn id="69" idx="1"/>
          </p:cNvCxnSpPr>
          <p:nvPr/>
        </p:nvCxnSpPr>
        <p:spPr>
          <a:xfrm flipH="1" rot="-5400000">
            <a:off x="2232275" y="1812600"/>
            <a:ext cx="806100" cy="365700"/>
          </a:xfrm>
          <a:prstGeom prst="bentConnector2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3"/>
          <p:cNvCxnSpPr>
            <a:stCxn id="69" idx="3"/>
            <a:endCxn id="64" idx="1"/>
          </p:cNvCxnSpPr>
          <p:nvPr/>
        </p:nvCxnSpPr>
        <p:spPr>
          <a:xfrm>
            <a:off x="3517188" y="2398475"/>
            <a:ext cx="454200" cy="6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3"/>
          <p:cNvCxnSpPr>
            <a:stCxn id="69" idx="3"/>
            <a:endCxn id="65" idx="1"/>
          </p:cNvCxnSpPr>
          <p:nvPr/>
        </p:nvCxnSpPr>
        <p:spPr>
          <a:xfrm>
            <a:off x="3517188" y="2398475"/>
            <a:ext cx="454200" cy="1152900"/>
          </a:xfrm>
          <a:prstGeom prst="bentConnector3">
            <a:avLst>
              <a:gd fmla="val 50001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3"/>
          <p:cNvCxnSpPr>
            <a:stCxn id="64" idx="3"/>
            <a:endCxn id="66" idx="1"/>
          </p:cNvCxnSpPr>
          <p:nvPr/>
        </p:nvCxnSpPr>
        <p:spPr>
          <a:xfrm>
            <a:off x="5009400" y="2398475"/>
            <a:ext cx="316500" cy="600"/>
          </a:xfrm>
          <a:prstGeom prst="bentConnector3">
            <a:avLst>
              <a:gd fmla="val 49976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3"/>
          <p:cNvCxnSpPr>
            <a:stCxn id="66" idx="2"/>
            <a:endCxn id="60" idx="0"/>
          </p:cNvCxnSpPr>
          <p:nvPr/>
        </p:nvCxnSpPr>
        <p:spPr>
          <a:xfrm flipH="1" rot="-5400000">
            <a:off x="5038950" y="3551075"/>
            <a:ext cx="16122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3"/>
          <p:cNvCxnSpPr>
            <a:stCxn id="60" idx="3"/>
            <a:endCxn id="61" idx="1"/>
          </p:cNvCxnSpPr>
          <p:nvPr/>
        </p:nvCxnSpPr>
        <p:spPr>
          <a:xfrm>
            <a:off x="6194250" y="4704225"/>
            <a:ext cx="969600" cy="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5" name="Google Shape;75;p13"/>
          <p:cNvCxnSpPr>
            <a:stCxn id="61" idx="0"/>
            <a:endCxn id="62" idx="2"/>
          </p:cNvCxnSpPr>
          <p:nvPr/>
        </p:nvCxnSpPr>
        <p:spPr>
          <a:xfrm rot="-5400000">
            <a:off x="6707400" y="3551025"/>
            <a:ext cx="16122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" name="Google Shape;76;p13"/>
          <p:cNvCxnSpPr>
            <a:stCxn id="62" idx="3"/>
            <a:endCxn id="63" idx="1"/>
          </p:cNvCxnSpPr>
          <p:nvPr/>
        </p:nvCxnSpPr>
        <p:spPr>
          <a:xfrm>
            <a:off x="7862700" y="2398475"/>
            <a:ext cx="3096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4A86E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3"/>
          <p:cNvSpPr/>
          <p:nvPr/>
        </p:nvSpPr>
        <p:spPr>
          <a:xfrm>
            <a:off x="2818188" y="2051675"/>
            <a:ext cx="699000" cy="693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運行指示書</a:t>
            </a:r>
            <a:endParaRPr b="1" sz="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ja" sz="600"/>
              <a:t>作成</a:t>
            </a:r>
            <a:endParaRPr b="1" sz="600"/>
          </a:p>
        </p:txBody>
      </p:sp>
      <p:cxnSp>
        <p:nvCxnSpPr>
          <p:cNvPr id="77" name="Google Shape;77;p13"/>
          <p:cNvCxnSpPr>
            <a:stCxn id="64" idx="0"/>
            <a:endCxn id="57" idx="3"/>
          </p:cNvCxnSpPr>
          <p:nvPr/>
        </p:nvCxnSpPr>
        <p:spPr>
          <a:xfrm flipH="1" rot="5400000">
            <a:off x="3327900" y="889175"/>
            <a:ext cx="806100" cy="1518900"/>
          </a:xfrm>
          <a:prstGeom prst="bentConnector2">
            <a:avLst/>
          </a:prstGeom>
          <a:noFill/>
          <a:ln cap="flat" cmpd="sng" w="9525">
            <a:solidFill>
              <a:srgbClr val="CC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8" name="Google Shape;78;p13"/>
          <p:cNvCxnSpPr>
            <a:stCxn id="66" idx="0"/>
            <a:endCxn id="57" idx="3"/>
          </p:cNvCxnSpPr>
          <p:nvPr/>
        </p:nvCxnSpPr>
        <p:spPr>
          <a:xfrm flipH="1" rot="5400000">
            <a:off x="4005000" y="211925"/>
            <a:ext cx="806100" cy="2873400"/>
          </a:xfrm>
          <a:prstGeom prst="bentConnector2">
            <a:avLst/>
          </a:prstGeom>
          <a:noFill/>
          <a:ln cap="flat" cmpd="sng" w="9525">
            <a:solidFill>
              <a:srgbClr val="CC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9" name="Google Shape;79;p13"/>
          <p:cNvCxnSpPr>
            <a:stCxn id="65" idx="2"/>
            <a:endCxn id="55" idx="2"/>
          </p:cNvCxnSpPr>
          <p:nvPr/>
        </p:nvCxnSpPr>
        <p:spPr>
          <a:xfrm rot="5400000">
            <a:off x="3050850" y="2459200"/>
            <a:ext cx="600" cy="28785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rgbClr val="CC0000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p13"/>
          <p:cNvCxnSpPr/>
          <p:nvPr/>
        </p:nvCxnSpPr>
        <p:spPr>
          <a:xfrm rot="5400000">
            <a:off x="976425" y="2141000"/>
            <a:ext cx="1746300" cy="2316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rgbClr val="CC0000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1" name="Google Shape;81;p13"/>
          <p:cNvSpPr/>
          <p:nvPr/>
        </p:nvSpPr>
        <p:spPr>
          <a:xfrm>
            <a:off x="1275925" y="377701"/>
            <a:ext cx="4507500" cy="297900"/>
          </a:xfrm>
          <a:prstGeom prst="homePlate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/>
              <a:t>運行前</a:t>
            </a:r>
            <a:endParaRPr sz="600"/>
          </a:p>
        </p:txBody>
      </p:sp>
      <p:sp>
        <p:nvSpPr>
          <p:cNvPr id="82" name="Google Shape;82;p13"/>
          <p:cNvSpPr/>
          <p:nvPr/>
        </p:nvSpPr>
        <p:spPr>
          <a:xfrm>
            <a:off x="5778375" y="377625"/>
            <a:ext cx="1307400" cy="297900"/>
          </a:xfrm>
          <a:prstGeom prst="chevron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/>
              <a:t>運行中</a:t>
            </a:r>
            <a:endParaRPr sz="600"/>
          </a:p>
        </p:txBody>
      </p:sp>
      <p:sp>
        <p:nvSpPr>
          <p:cNvPr id="83" name="Google Shape;83;p13"/>
          <p:cNvSpPr/>
          <p:nvPr/>
        </p:nvSpPr>
        <p:spPr>
          <a:xfrm>
            <a:off x="7085775" y="377625"/>
            <a:ext cx="1785600" cy="297900"/>
          </a:xfrm>
          <a:prstGeom prst="chevron">
            <a:avLst>
              <a:gd fmla="val 50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600"/>
              <a:t>運行後</a:t>
            </a:r>
            <a:endParaRPr sz="600"/>
          </a:p>
        </p:txBody>
      </p:sp>
      <p:sp>
        <p:nvSpPr>
          <p:cNvPr id="84" name="Google Shape;84;p13"/>
          <p:cNvSpPr/>
          <p:nvPr/>
        </p:nvSpPr>
        <p:spPr>
          <a:xfrm>
            <a:off x="115650" y="4357425"/>
            <a:ext cx="1002900" cy="6936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ja" sz="700">
                <a:solidFill>
                  <a:srgbClr val="FFFFFF"/>
                </a:solidFill>
              </a:rPr>
              <a:t>乗務員</a:t>
            </a:r>
            <a:endParaRPr sz="7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